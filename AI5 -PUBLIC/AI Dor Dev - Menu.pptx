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57" r:id="rId2"/>
    <p:sldId id="123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180" d="100"/>
          <a:sy n="180" d="100"/>
        </p:scale>
        <p:origin x="1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A090741-C8F3-4029-83DC-8509A45456CF}" type="datetimeFigureOut">
              <a:rPr lang="he-IL" smtClean="0"/>
              <a:t>ב'.כסלו.תשפ"ו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FA4DCA6-59E3-4DB8-8DE8-6475E4AD44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184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DDC40D8-0B06-4537-B6FD-779B5546F7FB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BC8E8-4758-4FF1-862F-0C483A65A246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D668FCB-E7D9-4FCF-9799-0F6507366A4B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A5F7-3869-44BD-9104-EFA15312245C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4DCC5-41C1-460E-9DEB-B4B298529B02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DEFF-0D29-420C-B080-A533957D389B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C0AD-1C27-4434-B3E0-F811CC8E2015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FEA6-3CD0-4940-A020-7D2806A32286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8F97-9900-43B1-A155-F36B93BB5016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1C002-F224-4F4D-8892-67CF4D0611DC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397C8B-6E60-42E7-98E8-EE7E3A041331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828EA8B-14B4-4015-A331-2BA0F3D83CDA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8B8028-89B8-4840-9591-ADBF7BE5FF82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CD92-45F2-4163-B631-65065DC5B5E4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EA263-233D-4511-837A-486DB6046ECF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36954-958C-4EFE-92A1-709BEFFEF25A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8D7E04D-3ACE-46B6-9CED-3A5C47E0A3BB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C7A9F-3603-4F5F-AA81-FD68940AD5DB}" type="datetime1">
              <a:rPr lang="en-US" smtClean="0"/>
              <a:t>11/22/25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C656A27B-D7C5-402F-AC2C-9D025788D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1369" y="465092"/>
            <a:ext cx="1952255" cy="420955"/>
          </a:xfr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EF5A955F-3921-4148-3A20-9FF2D73D908F}"/>
              </a:ext>
            </a:extLst>
          </p:cNvPr>
          <p:cNvSpPr txBox="1">
            <a:spLocks noChangeArrowheads="1"/>
          </p:cNvSpPr>
          <p:nvPr/>
        </p:nvSpPr>
        <p:spPr>
          <a:xfrm>
            <a:off x="1153689" y="2937939"/>
            <a:ext cx="10116823" cy="284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r" defTabSz="685800" rtl="1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210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1pPr>
            <a:lvl2pPr marL="5143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2pPr>
            <a:lvl3pPr marL="8572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3pPr>
            <a:lvl4pPr marL="12001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135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4pPr>
            <a:lvl5pPr marL="15430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135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5pPr>
            <a:lvl6pPr marL="18859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fontAlgn="base">
              <a:buNone/>
            </a:pPr>
            <a:r>
              <a:rPr lang="en-US" sz="6900" dirty="0">
                <a:solidFill>
                  <a:schemeClr val="accent1"/>
                </a:solidFill>
              </a:rPr>
              <a:t>AI For Dev</a:t>
            </a:r>
          </a:p>
          <a:p>
            <a:pPr marL="0" indent="0" algn="ctr" rtl="0" fontAlgn="base">
              <a:buNone/>
            </a:pPr>
            <a:endParaRPr lang="en-US" sz="6900" dirty="0">
              <a:solidFill>
                <a:schemeClr val="accent1"/>
              </a:solidFill>
            </a:endParaRPr>
          </a:p>
          <a:p>
            <a:pPr marL="0" indent="0" algn="ctr" rtl="0" fontAlgn="base">
              <a:buNone/>
            </a:pPr>
            <a:r>
              <a:rPr lang="en-US" sz="4000" dirty="0">
                <a:solidFill>
                  <a:schemeClr val="accent1"/>
                </a:solidFill>
              </a:rPr>
              <a:t> </a:t>
            </a:r>
          </a:p>
          <a:p>
            <a:pPr marL="0" indent="0" algn="ctr" rtl="0" fontAlgn="base">
              <a:buNone/>
            </a:pPr>
            <a:endParaRPr lang="en-US" sz="4000" dirty="0">
              <a:solidFill>
                <a:schemeClr val="accent1"/>
              </a:solidFill>
            </a:endParaRPr>
          </a:p>
          <a:p>
            <a:pPr marL="0" indent="0" algn="ctr" rtl="0" fontAlgn="base">
              <a:buNone/>
            </a:pP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805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C656A27B-D7C5-402F-AC2C-9D025788D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9756" y="415473"/>
            <a:ext cx="2363664" cy="509665"/>
          </a:xfr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EF5A955F-3921-4148-3A20-9FF2D73D908F}"/>
              </a:ext>
            </a:extLst>
          </p:cNvPr>
          <p:cNvSpPr txBox="1">
            <a:spLocks noChangeArrowheads="1"/>
          </p:cNvSpPr>
          <p:nvPr/>
        </p:nvSpPr>
        <p:spPr>
          <a:xfrm>
            <a:off x="1217681" y="807509"/>
            <a:ext cx="9546740" cy="769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r" defTabSz="685800" rtl="1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210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1pPr>
            <a:lvl2pPr marL="5143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2pPr>
            <a:lvl3pPr marL="8572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3pPr>
            <a:lvl4pPr marL="12001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135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4pPr>
            <a:lvl5pPr marL="15430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AEEF"/>
              </a:buClr>
              <a:buFont typeface="Arial" panose="020B0604020202020204" pitchFamily="34" charset="0"/>
              <a:buChar char="•"/>
              <a:defRPr sz="1350" kern="1200">
                <a:solidFill>
                  <a:srgbClr val="4A90B4"/>
                </a:solidFill>
                <a:latin typeface="+mn-lt"/>
                <a:ea typeface="+mn-ea"/>
                <a:cs typeface="+mn-cs"/>
              </a:defRPr>
            </a:lvl5pPr>
            <a:lvl6pPr marL="18859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 fontAlgn="base">
              <a:buNone/>
            </a:pPr>
            <a:r>
              <a:rPr lang="en-US" sz="4000" dirty="0">
                <a:solidFill>
                  <a:schemeClr val="accent1"/>
                </a:solidFill>
              </a:rPr>
              <a:t>Menu</a:t>
            </a:r>
          </a:p>
          <a:p>
            <a:pPr marL="0" indent="0" algn="ctr" rtl="0" fontAlgn="base">
              <a:buNone/>
            </a:pP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BA9004B-C3A0-974F-BFF2-F5563E11907E}"/>
              </a:ext>
            </a:extLst>
          </p:cNvPr>
          <p:cNvSpPr txBox="1">
            <a:spLocks/>
          </p:cNvSpPr>
          <p:nvPr/>
        </p:nvSpPr>
        <p:spPr>
          <a:xfrm>
            <a:off x="489098" y="1918016"/>
            <a:ext cx="9944439" cy="4335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Intro to Python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Intro to Gen A</a:t>
            </a:r>
            <a:r>
              <a:rPr lang="en-US" sz="2800" dirty="0"/>
              <a:t>I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Prompts Engineering for Dev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Gen AI Dev Tools</a:t>
            </a:r>
          </a:p>
          <a:p>
            <a:pPr algn="l"/>
            <a:r>
              <a:rPr lang="en-US" sz="2800" dirty="0"/>
              <a:t>		</a:t>
            </a:r>
            <a:r>
              <a:rPr lang="en-US" sz="2800" dirty="0">
                <a:solidFill>
                  <a:schemeClr val="tx1"/>
                </a:solidFill>
              </a:rPr>
              <a:t>GitHub </a:t>
            </a:r>
            <a:r>
              <a:rPr lang="en-US" sz="2800" dirty="0" err="1">
                <a:solidFill>
                  <a:schemeClr val="tx1"/>
                </a:solidFill>
              </a:rPr>
              <a:t>CoPilot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dirty="0"/>
              <a:t>		Cursor AI</a:t>
            </a:r>
          </a:p>
          <a:p>
            <a:pPr algn="l"/>
            <a:r>
              <a:rPr lang="en-US" sz="2800" dirty="0"/>
              <a:t>		</a:t>
            </a:r>
            <a:r>
              <a:rPr lang="en-US" sz="2800" dirty="0">
                <a:solidFill>
                  <a:schemeClr val="tx1"/>
                </a:solidFill>
              </a:rPr>
              <a:t>Claude Code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LLM API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Building AI Apps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AI Frameworks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MCP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Agents Developments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Agents with n8n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Intro to Machine Learning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2 Projects !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endParaRPr lang="he-IL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643630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LM Systems - Extend" id="{232ECED1-BBEF-C04C-AC77-E938F2F8935D}" vid="{E49AEABC-C92E-3E48-9748-F14626E33E3F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שובל אדים</Template>
  <TotalTime>21699</TotalTime>
  <Words>52</Words>
  <Application>Microsoft Macintosh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Century Gothic</vt:lpstr>
      <vt:lpstr>שובל אדים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Yaniv Arad</dc:creator>
  <cp:lastModifiedBy>Yaniv Arad - Training Labs</cp:lastModifiedBy>
  <cp:revision>107</cp:revision>
  <cp:lastPrinted>2022-02-04T16:49:02Z</cp:lastPrinted>
  <dcterms:created xsi:type="dcterms:W3CDTF">2024-03-04T10:14:39Z</dcterms:created>
  <dcterms:modified xsi:type="dcterms:W3CDTF">2025-11-23T14:38:11Z</dcterms:modified>
</cp:coreProperties>
</file>